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Integrating Object, Dynamic and Behavioural Models into Object-Oriented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14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600">
                <a:solidFill>
                  <a:srgbClr val="2B2626"/>
                </a:solidFill>
                <a:latin typeface="Open Sans"/>
              </a:rPr>
              <a:t>OOD and explain analysis vs design.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why analysis models must become design models.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design classes, responsibilities, attributes and operations.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Integrate </a:t>
            </a:r>
            <a:r>
              <a:rPr sz="1600">
                <a:solidFill>
                  <a:srgbClr val="2B2626"/>
                </a:solidFill>
                <a:latin typeface="Open Sans"/>
              </a:rPr>
              <a:t>the object model with the dynamic and behavioural models.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Trace </a:t>
            </a:r>
            <a:r>
              <a:rPr sz="1600">
                <a:solidFill>
                  <a:srgbClr val="2B2626"/>
                </a:solidFill>
                <a:latin typeface="Open Sans"/>
              </a:rPr>
              <a:t>a requirement from a use case to classes and operations.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Use </a:t>
            </a:r>
            <a:r>
              <a:rPr sz="1600">
                <a:solidFill>
                  <a:srgbClr val="2B2626"/>
                </a:solidFill>
                <a:latin typeface="Open Sans"/>
              </a:rPr>
              <a:t>sequence, state and activity diagrams to refine class responsibilities.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Identify </a:t>
            </a:r>
            <a:r>
              <a:rPr sz="1600">
                <a:solidFill>
                  <a:srgbClr val="2B2626"/>
                </a:solidFill>
                <a:latin typeface="Open Sans"/>
              </a:rPr>
              <a:t>design inconsistencies and refine an analysis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Each diagram is a different view of the SAME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13 → Week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From architecture to the contents of the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2</a:t>
            </a:r>
          </a:p>
        </p:txBody>
      </p:sp>
      <p:pic>
        <p:nvPicPr>
          <p:cNvPr id="9" name="Picture 8" descr="w14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14 combines all the models into one coherent software design.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Analysis vs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the system needs vs how the software provides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3</a:t>
            </a:r>
          </a:p>
        </p:txBody>
      </p:sp>
      <p:pic>
        <p:nvPicPr>
          <p:cNvPr id="9" name="Picture 8" descr="w14_analysis_vs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Analysis = Student/Course/Registration · Design = Controller/Service/Repository/Validator.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Analysis Model → Design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Design classes must be justified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4</a:t>
            </a:r>
          </a:p>
        </p:txBody>
      </p:sp>
      <p:pic>
        <p:nvPicPr>
          <p:cNvPr id="9" name="Picture 8" descr="w14_trans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Requirements → use cases → analysis → design decisions → design →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Three Major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Each answers a different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5</a:t>
            </a:r>
          </a:p>
        </p:txBody>
      </p:sp>
      <p:pic>
        <p:nvPicPr>
          <p:cNvPr id="9" name="Picture 8" descr="w14_thre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Object = what exists · Dynamic = what changes · Behavioural = what happens.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One System, Multiple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Six views — not six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6</a:t>
            </a:r>
          </a:p>
        </p:txBody>
      </p:sp>
      <p:pic>
        <p:nvPicPr>
          <p:cNvPr id="9" name="Picture 8" descr="w14_multiple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case · class · sequence · activity · state · component.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From Use Case to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Basic flow and candidate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7</a:t>
            </a:r>
          </a:p>
        </p:txBody>
      </p:sp>
      <p:pic>
        <p:nvPicPr>
          <p:cNvPr id="9" name="Picture 8" descr="w14_use_cas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Which objects should perform these responsibilities?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Responsibility Assignment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class KNOWS things and DOES things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8</a:t>
            </a:r>
          </a:p>
        </p:txBody>
      </p:sp>
      <p:pic>
        <p:nvPicPr>
          <p:cNvPr id="9" name="Picture 8" descr="w14_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Assign each responsibility to the object with the information to perform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Analysis Class → Design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Precise attributes, types, visibility,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9</a:t>
            </a:r>
          </a:p>
        </p:txBody>
      </p:sp>
      <p:pic>
        <p:nvPicPr>
          <p:cNvPr id="9" name="Picture 8" descr="w14_design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design class is much more precise.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Visibility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UML visibility symbols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10</a:t>
            </a:r>
          </a:p>
        </p:txBody>
      </p:sp>
      <p:pic>
        <p:nvPicPr>
          <p:cNvPr id="9" name="Picture 8" descr="w14_vi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+ public · - private · # protected · ~ package.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Attributes &amp;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Know vs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Attributes = </a:t>
            </a:r>
            <a:r>
              <a:rPr sz="1700">
                <a:solidFill>
                  <a:srgbClr val="2B2626"/>
                </a:solidFill>
                <a:latin typeface="Open Sans"/>
              </a:rPr>
              <a:t>what an object knows (studentId, name, email, balance).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Operations = </a:t>
            </a:r>
            <a:r>
              <a:rPr sz="1700">
                <a:solidFill>
                  <a:srgbClr val="2B2626"/>
                </a:solidFill>
                <a:latin typeface="Open Sans"/>
              </a:rPr>
              <a:t>what an object can do (register(), withdraw(), getBalance()).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Example: </a:t>
            </a:r>
            <a:r>
              <a:rPr sz="1700">
                <a:solidFill>
                  <a:srgbClr val="2B2626"/>
                </a:solidFill>
                <a:latin typeface="Open Sans"/>
              </a:rPr>
              <a:t>BankAccount -accountNumber, -balance; +deposit(), +withdraw(), +getBalance().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Attributes store information; operations perform actions.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Sequence Diagram → Class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Messages reveal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12</a:t>
            </a:r>
          </a:p>
        </p:txBody>
      </p:sp>
      <p:pic>
        <p:nvPicPr>
          <p:cNvPr id="9" name="Picture 8" descr="w14_sequence_to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Course → checkCapacity() means Course needs checkCapacity().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Model 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diagrams must agree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13</a:t>
            </a:r>
          </a:p>
        </p:txBody>
      </p:sp>
      <p:pic>
        <p:nvPicPr>
          <p:cNvPr id="9" name="Picture 8" descr="w14_consis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checkCapacity() vs verifyCapacity() — resolve the discrepancy.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Object Model + Dynamic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Operations relate to state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14</a:t>
            </a:r>
          </a:p>
        </p:txBody>
      </p:sp>
      <p:pic>
        <p:nvPicPr>
          <p:cNvPr id="9" name="Picture 8" descr="w14_object_dyna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registerStudent() causes Available → Full at the final seat.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Object Model + Activity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Map activities to responsible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15</a:t>
            </a:r>
          </a:p>
        </p:txBody>
      </p:sp>
      <p:pic>
        <p:nvPicPr>
          <p:cNvPr id="9" name="Picture 8" descr="w14_activity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This turns a behavioural model into design responsibilities.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Coordinates — does not do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16</a:t>
            </a:r>
          </a:p>
        </p:txBody>
      </p:sp>
      <p:pic>
        <p:nvPicPr>
          <p:cNvPr id="9" name="Picture 8" descr="w14_control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Avoid the God class: the controller delegates to the service.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Domain Objects Own Domain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Course knows if it is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17</a:t>
            </a:r>
          </a:p>
        </p:txBody>
      </p:sp>
      <p:pic>
        <p:nvPicPr>
          <p:cNvPr id="9" name="Picture 8" descr="w14_domain_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Course.isAvailable() / hasCapacity() instead of rules in every UI.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Designing for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Boundaries around what is likely to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18</a:t>
            </a:r>
          </a:p>
        </p:txBody>
      </p:sp>
      <p:pic>
        <p:nvPicPr>
          <p:cNvPr id="9" name="Picture 8" descr="w14_design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RegistrationService → PaymentGateway, not → AirtelMoneyAPI.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Patterns (outline):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abstraction, many implementations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19</a:t>
            </a:r>
          </a:p>
        </p:txBody>
      </p:sp>
      <p:pic>
        <p:nvPicPr>
          <p:cNvPr id="9" name="Picture 8" descr="w14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patterns only when they solve an actual recurring problem.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Integrated Design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Controller → Service → Domain →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20</a:t>
            </a:r>
          </a:p>
        </p:txBody>
      </p:sp>
      <p:pic>
        <p:nvPicPr>
          <p:cNvPr id="9" name="Picture 8" descr="w14_integrated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That is what it means to integrate the models.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Model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Eight questions to check your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Does every use case </a:t>
            </a:r>
            <a:r>
              <a:rPr sz="1600">
                <a:solidFill>
                  <a:srgbClr val="2B2626"/>
                </a:solidFill>
                <a:latin typeface="Open Sans"/>
              </a:rPr>
              <a:t>have supporting classes?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Does every sequence message </a:t>
            </a:r>
            <a:r>
              <a:rPr sz="1600">
                <a:solidFill>
                  <a:srgbClr val="2B2626"/>
                </a:solidFill>
                <a:latin typeface="Open Sans"/>
              </a:rPr>
              <a:t>correspond to an operation?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 operations </a:t>
            </a:r>
            <a:r>
              <a:rPr sz="1600">
                <a:solidFill>
                  <a:srgbClr val="2B2626"/>
                </a:solidFill>
                <a:latin typeface="Open Sans"/>
              </a:rPr>
              <a:t>belong to sensible classes?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 state changes </a:t>
            </a:r>
            <a:r>
              <a:rPr sz="1600">
                <a:solidFill>
                  <a:srgbClr val="2B2626"/>
                </a:solidFill>
                <a:latin typeface="Open Sans"/>
              </a:rPr>
              <a:t>correspond to actual events/operations?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 activity flows </a:t>
            </a:r>
            <a:r>
              <a:rPr sz="1600">
                <a:solidFill>
                  <a:srgbClr val="2B2626"/>
                </a:solidFill>
                <a:latin typeface="Open Sans"/>
              </a:rPr>
              <a:t>agree with the use case? Any duplicated responsibilities or God classes?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If “drop courses” has no drop operation, introduce RegistrationService.dropCourse().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Mistakes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Avoid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Treating diagrams as independent </a:t>
            </a:r>
            <a:r>
              <a:rPr sz="1500">
                <a:solidFill>
                  <a:srgbClr val="2B2626"/>
                </a:solidFill>
                <a:latin typeface="Open Sans"/>
              </a:rPr>
              <a:t>— the sequence explains how classes cooperate.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One class does everything </a:t>
            </a:r>
            <a:r>
              <a:rPr sz="1500">
                <a:solidFill>
                  <a:srgbClr val="2B2626"/>
                </a:solidFill>
                <a:latin typeface="Open Sans"/>
              </a:rPr>
              <a:t>— poor responsibility assignment.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Confusing analysis and design </a:t>
            </a:r>
            <a:r>
              <a:rPr sz="1500">
                <a:solidFill>
                  <a:srgbClr val="2B2626"/>
                </a:solidFill>
                <a:latin typeface="Open Sans"/>
              </a:rPr>
              <a:t>— what is needed vs how it is implemented.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Classes without justification </a:t>
            </a:r>
            <a:r>
              <a:rPr sz="1500">
                <a:solidFill>
                  <a:srgbClr val="2B2626"/>
                </a:solidFill>
                <a:latin typeface="Open Sans"/>
              </a:rPr>
              <a:t>— every design class needs a reason.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Ignoring consistency </a:t>
            </a:r>
            <a:r>
              <a:rPr sz="1500">
                <a:solidFill>
                  <a:srgbClr val="2B2626"/>
                </a:solidFill>
                <a:latin typeface="Open Sans"/>
              </a:rPr>
              <a:t>— register() vs enrolStudent() must be reconciled.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Five classic traps in examination answers.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14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most important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14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1. </a:t>
            </a:r>
            <a:r>
              <a:rPr sz="1700">
                <a:solidFill>
                  <a:srgbClr val="2B2626"/>
                </a:solidFill>
                <a:latin typeface="Open Sans"/>
              </a:rPr>
              <a:t>Requirement → use case → scenario → sequence → classes → responsibilities → design → implementation.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2. </a:t>
            </a:r>
            <a:r>
              <a:rPr sz="1700">
                <a:solidFill>
                  <a:srgbClr val="2B2626"/>
                </a:solidFill>
                <a:latin typeface="Open Sans"/>
              </a:rPr>
              <a:t>Class model ↔ dynamic model ↔ behavioural model.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3. </a:t>
            </a:r>
            <a:r>
              <a:rPr sz="1700">
                <a:solidFill>
                  <a:srgbClr val="2B2626"/>
                </a:solidFill>
                <a:latin typeface="Open Sans"/>
              </a:rPr>
              <a:t>The models must support one another, not contradict one another.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That is the central lesson of Week 14.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Refine Student/Course/Registration into full design classes with visibility and signatures.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Draw the sequence and state models for “Register for Course” and cross-check them.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Map each registration activity to a responsible class.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complete OOAD case study, model integration and CASE-tool implementation.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